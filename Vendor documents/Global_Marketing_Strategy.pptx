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Global Media Hub Strategy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Confidential - Southeast Asian Launch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1: data-driven market penetration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Compliance is at the heart of our synergistic touchpoints system. We utilize hyper-local cultural relevance to verify all claims against regional regulations.</a:t>
            </a:r>
          </a:p>
          <a:p>
            <a:pPr lvl="1"/>
            <a:r>
              <a:t>Key Score Indicator: 10/10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quantum-leap brand awareness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Regarding the strategy, we believe that bleeding-edge creative disruption is the key to unlocking market share in SEA. Our team will deploy bleeding-edge creative disruption to maximize reach.</a:t>
            </a:r>
          </a:p>
          <a:p>
            <a:pPr lvl="1"/>
            <a:r>
              <a:t>Key Score Indicator: 10/10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3: synergistic touchpoints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seamless platform integration approach ensures that the NutriKid launch will exceed all stakeholder expectations. Through careful holistic consumer engagement and rigorous testing, we have developed a methodology that scales effortlessly.</a:t>
            </a:r>
          </a:p>
          <a:p>
            <a:pPr lvl="1"/>
            <a:r>
              <a:t>Key Score Indicator: 7/10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4: 360-degree brand amplification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seamless platform integration approach ensures that the NutriKid launch will exceed all stakeholder expectations. Through careful agile response framework and rigorous testing, we have developed a methodology that scales effortlessly.</a:t>
            </a:r>
          </a:p>
          <a:p>
            <a:pPr lvl="1"/>
            <a:r>
              <a:t>Key Score Indicator: 10/10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5: omni-channel synergy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growth-hacking strategy approach ensures that the NutriKid launch will exceed all stakeholder expectations. Through careful hyper-local cultural relevance and rigorous testing, we have developed a methodology that scales effortlessly.</a:t>
            </a:r>
          </a:p>
          <a:p>
            <a:pPr lvl="1"/>
            <a:r>
              <a:t>Key Score Indicator: 10/10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6: agile response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holistic consumer engagement approach ensures that the NutriKid launch will exceed all stakeholder expectations. Through careful omni-channel synergy and rigorous testing, we have developed a methodology that scales effortlessly.</a:t>
            </a:r>
          </a:p>
          <a:p>
            <a:pPr lvl="1"/>
            <a:r>
              <a:t>Key Score Indicator: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7: quantum-leap brand awareness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Compliance is at the heart of our quantum-leap brand awareness system. We utilize hyper-local cultural relevance to verify all claims against regional regulations.</a:t>
            </a:r>
          </a:p>
          <a:p>
            <a:pPr lvl="1"/>
            <a:r>
              <a:t>Key Score Indicator: 7/10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8: growth-hacking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technical specifications for the TVC production involve seamless platform integration across all regional hubs. This allows for a hyper-local cultural relevance that is both cost-effective and high-impact.</a:t>
            </a:r>
          </a:p>
          <a:p>
            <a:pPr lvl="1"/>
            <a:r>
              <a:t>Key Score Indicator: 8/10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9: synergistic touchpoints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Compliance is at the heart of our bleeding-edge creative disruption system. We utilize holistic consumer engagement to verify all claims against regional regulations.</a:t>
            </a:r>
          </a:p>
          <a:p>
            <a:pPr lvl="1"/>
            <a:r>
              <a:t>Key Score Indicator: 9/10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10: synergistic touchpoints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technical specifications for the TVC production involve growth-hacking strategy across all regional hubs. This allows for a synergistic touchpoints that is both cost-effective and high-impact.</a:t>
            </a:r>
          </a:p>
          <a:p>
            <a:pPr lvl="1"/>
            <a:r>
              <a:t>Key Score Indicator: 10/10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11: quantum-leap brand awareness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Regarding the strategy, we believe that 360-degree brand amplification is the key to unlocking market share in SEA. Our team will deploy paradigm-shifting ROI to maximize reach.</a:t>
            </a:r>
          </a:p>
          <a:p>
            <a:pPr lvl="1"/>
            <a:r>
              <a:t>Key Score Indicator: 7/10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12: seamless platform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Regarding the strategy, we believe that quantum-leap brand awareness is the key to unlocking market share in SEA. Our team will deploy growth-hacking strategy to maximize reach.</a:t>
            </a:r>
          </a:p>
          <a:p>
            <a:pPr lvl="1"/>
            <a:r>
              <a:t>Key Score Indicator: 10/10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13: omni-channel synergy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synergistic touchpoints approach ensures that the NutriKid launch will exceed all stakeholder expectations. Through careful paradigm-shifting ROI and rigorous testing, we have developed a methodology that scales effortlessly.</a:t>
            </a:r>
          </a:p>
          <a:p>
            <a:pPr lvl="1"/>
            <a:r>
              <a:t>Key Score Indicator: 10/10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14: omni-channel synergy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technical specifications for the TVC production involve hyper-local cultural relevance across all regional hubs. This allows for a growth-hacking strategy that is both cost-effective and high-impact.</a:t>
            </a:r>
          </a:p>
          <a:p>
            <a:pPr lvl="1"/>
            <a:r>
              <a:t>Key Score Indicator: 7/10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15: omni-channel synergy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Regarding the strategy, we believe that bleeding-edge creative disruption is the key to unlocking market share in SEA. Our team will deploy omni-channel synergy to maximize reach.</a:t>
            </a:r>
          </a:p>
          <a:p>
            <a:pPr lvl="1"/>
            <a:r>
              <a:t>Key Score Indicator: 7/10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16: seamless platform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technical specifications for the TVC production involve quantum-leap brand awareness across all regional hubs. This allows for a omni-channel synergy that is both cost-effective and high-impact.</a:t>
            </a:r>
          </a:p>
          <a:p>
            <a:pPr lvl="1"/>
            <a:r>
              <a:t>Key Score Indicator: 8/10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17: agile response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data-driven market penetration approach ensures that the NutriKid launch will exceed all stakeholder expectations. Through careful hyper-local cultural relevance and rigorous testing, we have developed a methodology that scales effortlessly.</a:t>
            </a:r>
          </a:p>
          <a:p>
            <a:pPr lvl="1"/>
            <a:r>
              <a:t>Key Score Indicator: 10/10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18: bleeding-edge creative disruption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technical specifications for the TVC production involve omni-channel synergy across all regional hubs. This allows for a data-driven market penetration that is both cost-effective and high-impact.</a:t>
            </a:r>
          </a:p>
          <a:p>
            <a:pPr lvl="1"/>
            <a:r>
              <a:t>Key Score Indicator: 10/10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19: 360-degree brand amplification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Regarding the strategy, we believe that paradigm-shifting ROI is the key to unlocking market share in SEA. Our team will deploy holistic consumer engagement to maximize reach.</a:t>
            </a:r>
          </a:p>
          <a:p>
            <a:pPr lvl="1"/>
            <a:r>
              <a:t>Key Score Indicator: 8/10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20: bleeding-edge creative disruption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technical specifications for the TVC production involve agile response framework across all regional hubs. This allows for a bleeding-edge creative disruption that is both cost-effective and high-impact.</a:t>
            </a:r>
          </a:p>
          <a:p>
            <a:pPr lvl="1"/>
            <a:r>
              <a:t>Key Score Indicator: 9/10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21: agile response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Regarding the strategy, we believe that quantum-leap brand awareness is the key to unlocking market share in SEA. Our team will deploy agile response framework to maximize reach.</a:t>
            </a:r>
          </a:p>
          <a:p>
            <a:pPr lvl="1"/>
            <a:r>
              <a:t>Key Score Indicator: 8/10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22: agile response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technical specifications for the TVC production involve paradigm-shifting ROI across all regional hubs. This allows for a growth-hacking strategy that is both cost-effective and high-impact.</a:t>
            </a:r>
          </a:p>
          <a:p>
            <a:pPr lvl="1"/>
            <a:r>
              <a:t>Key Score Indicator: 9/10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23: quantum-leap brand awareness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Regarding the strategy, we believe that growth-hacking strategy is the key to unlocking market share in SEA. Our team will deploy holistic consumer engagement to maximize reach.</a:t>
            </a:r>
          </a:p>
          <a:p>
            <a:pPr lvl="1"/>
            <a:r>
              <a:t>Key Score Indicator: 9/10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24: holistic consumer 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360-degree brand amplification approach ensures that the NutriKid launch will exceed all stakeholder expectations. Through careful synergistic touchpoints and rigorous testing, we have developed a methodology that scales effortlessly.</a:t>
            </a:r>
          </a:p>
          <a:p>
            <a:pPr lvl="1"/>
            <a:r>
              <a:t>Key Score Indicator: 10/10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25: agile response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technical specifications for the TVC production involve omni-channel synergy across all regional hubs. This allows for a data-driven market penetration that is both cost-effective and high-impact.</a:t>
            </a:r>
          </a:p>
          <a:p>
            <a:pPr lvl="1"/>
            <a:r>
              <a:t>Key Score Indicator: 9/10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26: agile response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technical specifications for the TVC production involve agile response framework across all regional hubs. This allows for a holistic consumer engagement that is both cost-effective and high-impact.</a:t>
            </a:r>
          </a:p>
          <a:p>
            <a:pPr lvl="1"/>
            <a:r>
              <a:t>Key Score Indicator: 8/10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27: agile response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agile response framework approach ensures that the NutriKid launch will exceed all stakeholder expectations. Through careful 360-degree brand amplification and rigorous testing, we have developed a methodology that scales effortlessly.</a:t>
            </a:r>
          </a:p>
          <a:p>
            <a:pPr lvl="1"/>
            <a:r>
              <a:t>Key Score Indicator: 9/10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28: quantum-leap brand awareness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hyper-local cultural relevance approach ensures that the NutriKid launch will exceed all stakeholder expectations. Through careful agile response framework and rigorous testing, we have developed a methodology that scales effortlessly.</a:t>
            </a:r>
          </a:p>
          <a:p>
            <a:pPr lvl="1"/>
            <a:r>
              <a:t>Key Score Indicator: 10/10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29: seamless platform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Regarding the strategy, we believe that bleeding-edge creative disruption is the key to unlocking market share in SEA. Our team will deploy quantum-leap brand awareness to maximize reach.</a:t>
            </a:r>
          </a:p>
          <a:p>
            <a:pPr lvl="1"/>
            <a:r>
              <a:t>Key Score Indicator: 7/10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30: synergistic touchpoints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technical specifications for the TVC production involve paradigm-shifting ROI across all regional hubs. This allows for a hyper-local cultural relevance that is both cost-effective and high-impact.</a:t>
            </a:r>
          </a:p>
          <a:p>
            <a:pPr lvl="1"/>
            <a:r>
              <a:t>Key Score Indicator: 9/10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31: quantum-leap brand awareness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Regarding the strategy, we believe that paradigm-shifting ROI is the key to unlocking market share in SEA. Our team will deploy bleeding-edge creative disruption to maximize reach.</a:t>
            </a:r>
          </a:p>
          <a:p>
            <a:pPr lvl="1"/>
            <a:r>
              <a:t>Key Score Indicator: 7/10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32: hyper-local cultural relevance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technical specifications for the TVC production involve omni-channel synergy across all regional hubs. This allows for a bleeding-edge creative disruption that is both cost-effective and high-impact.</a:t>
            </a:r>
          </a:p>
          <a:p>
            <a:pPr lvl="1"/>
            <a:r>
              <a:t>Key Score Indicator: 8/10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33: bleeding-edge creative disruption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Compliance is at the heart of our omni-channel synergy system. We utilize data-driven market penetration to verify all claims against regional regulations.</a:t>
            </a:r>
          </a:p>
          <a:p>
            <a:pPr lvl="1"/>
            <a:r>
              <a:t>Key Score Indicator: 8/10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34: bleeding-edge creative disruption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Compliance is at the heart of our 360-degree brand amplification system. We utilize 360-degree brand amplification to verify all claims against regional regulations.</a:t>
            </a:r>
          </a:p>
          <a:p>
            <a:pPr lvl="1"/>
            <a:r>
              <a:t>Key Score Indicator: 9/10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35: bleeding-edge creative disruption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Regarding the strategy, we believe that data-driven market penetration is the key to unlocking market share in SEA. Our team will deploy growth-hacking strategy to maximize reach.</a:t>
            </a:r>
          </a:p>
          <a:p>
            <a:pPr lvl="1"/>
            <a:r>
              <a:t>Key Score Indicator: 8/10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36: bleeding-edge creative disruption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technical specifications for the TVC production involve 360-degree brand amplification across all regional hubs. This allows for a synergistic touchpoints that is both cost-effective and high-impact.</a:t>
            </a:r>
          </a:p>
          <a:p>
            <a:pPr lvl="1"/>
            <a:r>
              <a:t>Key Score Indicator: 8/10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37: bleeding-edge creative disruption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Compliance is at the heart of our hyper-local cultural relevance system. We utilize paradigm-shifting ROI to verify all claims against regional regulations.</a:t>
            </a:r>
          </a:p>
          <a:p>
            <a:pPr lvl="1"/>
            <a:r>
              <a:t>Key Score Indicator: 7/10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38: bleeding-edge creative disruption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Compliance is at the heart of our paradigm-shifting ROI system. We utilize quantum-leap brand awareness to verify all claims against regional regulations.</a:t>
            </a:r>
          </a:p>
          <a:p>
            <a:pPr lvl="1"/>
            <a:r>
              <a:t>Key Score Indicator: 7/10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39: hyper-local cultural relevance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Regarding the strategy, we believe that agile response framework is the key to unlocking market share in SEA. Our team will deploy agile response framework to maximize reach.</a:t>
            </a:r>
          </a:p>
          <a:p>
            <a:pPr lvl="1"/>
            <a:r>
              <a:t>Key Score Indicator: 10/10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40: paradigm-shifting 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paradigm-shifting ROI approach ensures that the NutriKid launch will exceed all stakeholder expectations. Through careful holistic consumer engagement and rigorous testing, we have developed a methodology that scales effortlessly.</a:t>
            </a:r>
          </a:p>
          <a:p>
            <a:pPr lvl="1"/>
            <a:r>
              <a:t>Key Score Indicator: 8/10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