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Global Media Hub Strategic Mapping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SOW Alignment &amp; Technical Methodology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Strategy &amp; Creative Development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Our data-driven market penetration approach ensures that the NutriKid launch will exceed all stakeholder expectations. Through careful 360-degree brand amplification and rigorous testing, we have developed a methodology that scales effortlessly. [COMMERCIAL] The itemized fee for Strategy &amp; Creative Development is projected at $81,161 inclusive of agency overhead but excluding third-party pass-throughs.</a:t>
            </a:r>
          </a:p>
          <a:p>
            <a:r>
              <a:t>Key Metric for Strategy &amp; Creative Development: 92% confidence interval.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TVC Development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The technical specifications for the TVC production involve hyper-local cultural relevance across all regional hubs. This allows for a paradigm-shifting ROI that is both cost-effective and high-impact. [COMMERCIAL] The itemized fee for TVC Development is projected at $120,139 inclusive of agency overhead but excluding third-party pass-throughs.</a:t>
            </a:r>
          </a:p>
          <a:p>
            <a:r>
              <a:t>Key Metric for TVC Development: 86% confidence interval.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TVC Production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Regarding the strategy, we believe that quantum-leap brand awareness is the key to unlocking market share in SEA. Our team will deploy data-driven market penetration to maximize reach. [COMMERCIAL] The itemized fee for TVC Production is projected at $379,300 inclusive of agency overhead but excluding third-party pass-throughs.</a:t>
            </a:r>
          </a:p>
          <a:p>
            <a:r>
              <a:t>Key Metric for TVC Production: 88% confidence interval.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Social Organic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Our paradigm-shifting ROI approach ensures that the NutriKid launch will exceed all stakeholder expectations. Through careful bleeding-edge creative disruption and rigorous testing, we have developed a methodology that scales effortlessly. [COMMERCIAL] The itemized fee for Social Organic is projected at $128,256 inclusive of agency overhead but excluding third-party pass-throughs.</a:t>
            </a:r>
          </a:p>
          <a:p>
            <a:r>
              <a:t>Key Metric for Social Organic: 95% confidence interval.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Social Paid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Our agile response framework approach ensures that the NutriKid launch will exceed all stakeholder expectations. Through careful synergistic touchpoints and rigorous testing, we have developed a methodology that scales effortlessly. [COMMERCIAL] The itemized fee for Social Paid is projected at $146,344 inclusive of agency overhead but excluding third-party pass-throughs.</a:t>
            </a:r>
          </a:p>
          <a:p>
            <a:r>
              <a:t>Key Metric for Social Paid: 90% confidence interval.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Compliance Review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Our hyper-local cultural relevance approach ensures that the NutriKid launch will exceed all stakeholder expectations. Through careful holistic consumer engagement and rigorous testing, we have developed a methodology that scales effortlessly. [COMMERCIAL] The itemized fee for Compliance Review is projected at $32,019 inclusive of agency overhead but excluding third-party pass-throughs.</a:t>
            </a:r>
          </a:p>
          <a:p>
            <a:r>
              <a:t>Key Metric for Compliance Review: 86% confidence interval.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Program Management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Our bleeding-edge creative disruption approach ensures that the NutriKid launch will exceed all stakeholder expectations. Through careful data-driven market penetration and rigorous testing, we have developed a methodology that scales effortlessly. [COMMERCIAL] The itemized fee for Program Management is projected at $64,456 inclusive of agency overhead but excluding third-party pass-throughs.</a:t>
            </a:r>
          </a:p>
          <a:p>
            <a:r>
              <a:t>Key Metric for Program Management: 94% confidence interval.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