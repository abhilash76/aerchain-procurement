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Media Hub Strategy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Proposal - EFFICIENT, GLOBAL-SCALE, INTEGRATED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omni-channel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bleeding-edge creative disruption is the key to unlocking market share in SEA. Our team will deploy 360-degree brand amplification to maximize reach. [METRIC] Our internal audit scores this workstream at a 92% efficiency rating.</a:t>
            </a:r>
          </a:p>
          <a:p>
            <a:pPr>
              <a:defRPr b="1"/>
            </a:pPr>
            <a:r>
              <a:t>PROPOSED INVESTMENT for Social: $120,000 (Ref: SOW-X-0)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paradigm-shifting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hyper-local cultural relevance system. We utilize omni-channel synergy to verify all claims against regional regulations.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360-degree brand amplification is the key to unlocking market share in SEA. Our team will deploy agile response framework to maximize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holistic consumer engagement system. We utilize bleeding-edge creative disruption to verify all claims against regional regulations.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paradigm-shifting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agile response framework across all regional hubs. This allows for a omni-channel synergy that is both cost-effective and high-impact.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hyper-local cultural relevance is the key to unlocking market share in SEA. Our team will deploy paradigm-shifting ROI to maximize reach. [METRIC] Our internal audit scores this workstream at a 98% efficiency rating.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omni-channel synergy across all regional hubs. This allows for a hyper-local cultural relevance that is both cost-effective and high-impact. [METRIC] Our internal audit scores this workstream at a 85% efficiency rating.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quantum-leap brand awareness across all regional hubs. This allows for a synergistic touchpoints that is both cost-effective and high-impact.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paradigm-shifting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quantum-leap brand awareness is the key to unlocking market share in SEA. Our team will deploy growth-hacking strategy to maximize reach.</a:t>
            </a:r>
          </a:p>
          <a:p>
            <a:pPr>
              <a:defRPr b="1"/>
            </a:pPr>
            <a:r>
              <a:t>PROPOSED INVESTMENT for Strategy: $80,000 (Ref: SOW-X-8)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paradigm-shifting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bleeding-edge creative disruption system. We utilize hyper-local cultural relevance to verify all claims against regional regulations. [METRIC] Our internal audit scores this workstream at a 85% efficiency rating.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quantum-leap brand awareness approach ensures that the NutriKid launch will exceed all stakeholder expectations. Through careful growth-hacking strategy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holistic consumer engagement approach ensures that the NutriKid launch will exceed all stakeholder expectations. Through careful 360-degree brand amplification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hyper-local cultural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agile response framework is the key to unlocking market share in SEA. Our team will deploy hyper-local cultural relevance to maximize reach. [METRIC] Our internal audit scores this workstream at a 80% efficiency rating.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growth-hacking strategy approach ensures that the NutriKid launch will exceed all stakeholder expectations. Through careful bleeding-edge creative disruption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paradigm-shifting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omni-channel synergy across all regional hubs. This allows for a data-driven market penetration that is both cost-effective and high-impact.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quantum-leap brand awareness across all regional hubs. This allows for a seamless platform integration that is both cost-effective and high-impact. [METRIC] Our internal audit scores this workstream at a 92% efficiency rating.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360-degree brand amplification approach ensures that the NutriKid launch will exceed all stakeholder expectations. Through careful paradigm-shifting ROI and rigorous testing, we have developed a methodology that scales effortlessly.</a:t>
            </a:r>
          </a:p>
          <a:p>
            <a:pPr>
              <a:defRPr b="1"/>
            </a:pPr>
            <a:r>
              <a:t>PROPOSED INVESTMENT for TVC: $300,000 (Ref: SOW-X-16)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hyper-local cultural relevance approach ensures that the NutriKid launch will exceed all stakeholder expectations. Through careful seamless platform integration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quantum-leap brand awareness across all regional hubs. This allows for a growth-hacking strategy that is both cost-effective and high-impact.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growth-hacking strategy is the key to unlocking market share in SEA. Our team will deploy bleeding-edge creative disruption to maximize reach.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360-degree brand amplification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paradigm-shifting ROI approach ensures that the NutriKid launch will exceed all stakeholder expectations. Through careful growth-hacking strategy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quantum-leap brand awareness approach ensures that the NutriKid launch will exceed all stakeholder expectations. Through careful paradigm-shifting ROI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360-degree brand amplification approach ensures that the NutriKid launch will exceed all stakeholder expectations. Through careful paradigm-shifting ROI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omni-channel synergy system. We utilize agile response framework to verify all claims against regional regulations.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360-degree brand amplification system. We utilize hyper-local cultural relevance to verify all claims against regional regulations.</a:t>
            </a:r>
          </a:p>
          <a:p>
            <a:pPr>
              <a:defRPr b="1"/>
            </a:pPr>
            <a:r>
              <a:t>PROPOSED INVESTMENT for Compliance: $25,000 (Ref: SOW-X-24)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holistic consumer engagement is the key to unlocking market share in SEA. Our team will deploy agile response framework to maximize reach.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hyper-local cultural relevance system. We utilize 360-degree brand amplification to verify all claims against regional regulations.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growth-hacking strategy system. We utilize omni-channel synergy to verify all claims against regional regulations.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29: seamless platform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data-driven market penetration across all regional hubs. This allows for a omni-channel synergy that is both cost-effective and high-impact.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agile response framework approach ensures that the NutriKid launch will exceed all stakeholder expectations. Through careful bleeding-edge creative disruption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31: data-driven market penetration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quantum-leap brand awareness across all regional hubs. This allows for a agile response framework that is both cost-effective and high-impact.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32: 360-degree brand amplification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agile response framework approach ensures that the NutriKid launch will exceed all stakeholder expectations. Through careful paradigm-shifting ROI and rigorous testing, we have developed a methodology that scales effortlessly.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33: data-driven market penetration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360-degree brand amplification across all regional hubs. This allows for a agile response framework that is both cost-effective and high-impact.</a:t>
            </a:r>
          </a:p>
          <a:p>
            <a:pPr>
              <a:defRPr b="1"/>
            </a:pPr>
            <a:r>
              <a:t>PROPOSED INVESTMENT for Compliance: $25,000 (Ref: SOW-X-32)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quantum-leap brand awareness is the key to unlocking market share in SEA. Our team will deploy bleeding-edge creative disruption to maximize reach. [METRIC] Our internal audit scores this workstream at a 85% efficiency rating.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holistic consumer engagement approach ensures that the NutriKid launch will exceed all stakeholder expectations. Through careful quantum-leap brand awareness and rigorous testing, we have developed a methodology that scales effortlessly. [METRIC] Our internal audit scores this workstream at a 85% efficiency rating.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bleeding-edge creative disruption system. We utilize bleeding-edge creative disruption to verify all claims against regional regulations.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bleeding-edge creative disruption is the key to unlocking market share in SEA. Our team will deploy omni-channel synergy to maximize reach.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360-degree brand amplification system. We utilize hyper-local cultural relevance to verify all claims against regional regulations.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bleeding-edge creative disruption across all regional hubs. This allows for a holistic consumer engagement that is both cost-effective and high-impact. [METRIC] Our internal audit scores this workstream at a 98% efficiency rating.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quantum-leap brand awareness is the key to unlocking market share in SEA. Our team will deploy holistic consumer engagement to maximize reach.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