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Global Media Hub Strategic Mapping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SOW Alignment &amp; Technical Methodology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&amp; Creative Development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bleeding-edge creative disruption is the key to unlocking market share in SEA. Our team will deploy data-driven market penetration to maximize reach. [COMMERCIAL] The itemized fee for Strategy &amp; Creative Development is projected at $89,349 inclusive of agency overhead but excluding third-party pass-throughs.</a:t>
            </a:r>
          </a:p>
          <a:p>
            <a:r>
              <a:t>Key Metric for Strategy &amp; Creative Development: 92% confidence interval.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TVC Development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paradigm-shifting ROI is the key to unlocking market share in SEA. Our team will deploy hyper-local cultural relevance to maximize reach. [COMMERCIAL] The itemized fee for TVC Development is projected at $122,154 inclusive of agency overhead but excluding third-party pass-throughs.</a:t>
            </a:r>
          </a:p>
          <a:p>
            <a:r>
              <a:t>Key Metric for TVC Development: 89% confidence interval.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TVC Production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omni-channel synergy across all regional hubs. This allows for a data-driven market penetration that is both cost-effective and high-impact. [COMMERCIAL] The itemized fee for TVC Production is projected at $379,403 inclusive of agency overhead but excluding third-party pass-throughs. [METRIC] Our internal audit scores this workstream at a 85% efficiency rating.</a:t>
            </a:r>
          </a:p>
          <a:p>
            <a:r>
              <a:t>Key Metric for TVC Production: 94% confidence interval.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Organic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seamless platform integration across all regional hubs. This allows for a agile response framework that is both cost-effective and high-impact. [COMMERCIAL] The itemized fee for Social Organic is projected at $125,216 inclusive of agency overhead but excluding third-party pass-throughs.</a:t>
            </a:r>
          </a:p>
          <a:p>
            <a:r>
              <a:t>Key Metric for Social Organic: 85% confidence interval.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Paid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is at the heart of our quantum-leap brand awareness system. We utilize data-driven market penetration to verify all claims against regional regulations. [COMMERCIAL] The itemized fee for Social Paid is projected at $150,011 inclusive of agency overhead but excluding third-party pass-throughs.</a:t>
            </a:r>
          </a:p>
          <a:p>
            <a:r>
              <a:t>Key Metric for Social Paid: 94% confidence interval.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Review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is at the heart of our omni-channel synergy system. We utilize holistic consumer engagement to verify all claims against regional regulations. [COMMERCIAL] The itemized fee for Compliance Review is projected at $35,030 inclusive of agency overhead but excluding third-party pass-throughs.</a:t>
            </a:r>
          </a:p>
          <a:p>
            <a:r>
              <a:t>Key Metric for Compliance Review: 85% confidence interval.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Management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bleeding-edge creative disruption approach ensures that the NutriKid launch will exceed all stakeholder expectations. Through careful agile response framework and rigorous testing, we have developed a methodology that scales effortlessly. [COMMERCIAL] The itemized fee for Program Management is projected at $63,238 inclusive of agency overhead but excluding third-party pass-throughs.</a:t>
            </a:r>
          </a:p>
          <a:p>
            <a:r>
              <a:t>Key Metric for Program Management: 94% confidence interval.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